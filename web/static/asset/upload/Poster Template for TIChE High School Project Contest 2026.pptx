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1" r:id="rId2"/>
    <p:sldId id="260" r:id="rId3"/>
  </p:sldIdLst>
  <p:sldSz cx="25199975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A362"/>
    <a:srgbClr val="1D31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1" d="100"/>
          <a:sy n="11" d="100"/>
        </p:scale>
        <p:origin x="3459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5891626"/>
            <a:ext cx="21419979" cy="12533242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18908198"/>
            <a:ext cx="18899981" cy="8691601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9704-9B17-4759-B134-A74B408045AC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C7F85-45A2-431E-BF4C-C17E2D726F6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03513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9704-9B17-4759-B134-A74B408045AC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C7F85-45A2-431E-BF4C-C17E2D726F6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80879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8974945"/>
            <a:ext cx="21734978" cy="14974888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24091502"/>
            <a:ext cx="21734978" cy="7874940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82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82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9704-9B17-4759-B134-A74B408045AC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C7F85-45A2-431E-BF4C-C17E2D726F6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27649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9704-9B17-4759-B134-A74B408045AC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C7F85-45A2-431E-BF4C-C17E2D726F6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37246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1916661"/>
            <a:ext cx="21734978" cy="6958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8824938"/>
            <a:ext cx="10660769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13149904"/>
            <a:ext cx="10660769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8824938"/>
            <a:ext cx="10713272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13149904"/>
            <a:ext cx="10713272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9704-9B17-4759-B134-A74B408045AC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C7F85-45A2-431E-BF4C-C17E2D726F6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76535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9704-9B17-4759-B134-A74B408045AC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C7F85-45A2-431E-BF4C-C17E2D726F6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0239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9704-9B17-4759-B134-A74B408045AC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C7F85-45A2-431E-BF4C-C17E2D726F6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26154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5183304"/>
            <a:ext cx="12757487" cy="25583147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9704-9B17-4759-B134-A74B408045AC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C7F85-45A2-431E-BF4C-C17E2D726F6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84797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5183304"/>
            <a:ext cx="12757487" cy="25583147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9704-9B17-4759-B134-A74B408045AC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C7F85-45A2-431E-BF4C-C17E2D726F6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82000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9704-9B17-4759-B134-A74B408045AC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C7F85-45A2-431E-BF4C-C17E2D726F6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84556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1916653"/>
            <a:ext cx="5433745" cy="30508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1916653"/>
            <a:ext cx="15986234" cy="305081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9704-9B17-4759-B134-A74B408045AC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C7F85-45A2-431E-BF4C-C17E2D726F6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35149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1916661"/>
            <a:ext cx="21734978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9583264"/>
            <a:ext cx="21734978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E89704-9B17-4759-B134-A74B408045AC}" type="datetimeFigureOut">
              <a:rPr lang="th-TH" smtClean="0"/>
              <a:t>07/12/68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C7F85-45A2-431E-BF4C-C17E2D726F6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68148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519995" rtl="0" eaLnBrk="1" latinLnBrk="0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34CCF6-86FD-E372-2E25-D9C1FFD36B89}"/>
              </a:ext>
            </a:extLst>
          </p:cNvPr>
          <p:cNvSpPr/>
          <p:nvPr/>
        </p:nvSpPr>
        <p:spPr>
          <a:xfrm>
            <a:off x="-10711" y="-8834"/>
            <a:ext cx="25199975" cy="7863840"/>
          </a:xfrm>
          <a:prstGeom prst="rect">
            <a:avLst/>
          </a:prstGeom>
          <a:solidFill>
            <a:srgbClr val="1D31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493980-A83B-DD21-46CD-1BF9E08359E5}"/>
              </a:ext>
            </a:extLst>
          </p:cNvPr>
          <p:cNvSpPr/>
          <p:nvPr/>
        </p:nvSpPr>
        <p:spPr>
          <a:xfrm>
            <a:off x="-1" y="-8834"/>
            <a:ext cx="25199975" cy="175571"/>
          </a:xfrm>
          <a:prstGeom prst="rect">
            <a:avLst/>
          </a:prstGeom>
          <a:solidFill>
            <a:srgbClr val="BCA362"/>
          </a:solidFill>
          <a:ln>
            <a:solidFill>
              <a:srgbClr val="BCA3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0FC67F-7DA7-B91C-AED0-3D5AEA527E42}"/>
              </a:ext>
            </a:extLst>
          </p:cNvPr>
          <p:cNvSpPr/>
          <p:nvPr/>
        </p:nvSpPr>
        <p:spPr>
          <a:xfrm>
            <a:off x="-21421" y="7719524"/>
            <a:ext cx="25199975" cy="175571"/>
          </a:xfrm>
          <a:prstGeom prst="rect">
            <a:avLst/>
          </a:prstGeom>
          <a:solidFill>
            <a:srgbClr val="BCA362"/>
          </a:solidFill>
          <a:ln>
            <a:solidFill>
              <a:srgbClr val="BCA3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8F05B2-CD79-2024-F9F0-AD12A677426F}"/>
              </a:ext>
            </a:extLst>
          </p:cNvPr>
          <p:cNvSpPr txBox="1"/>
          <p:nvPr/>
        </p:nvSpPr>
        <p:spPr>
          <a:xfrm>
            <a:off x="1036673" y="2564682"/>
            <a:ext cx="2358527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Arial" panose="020B0604020202020204" pitchFamily="34" charset="0"/>
                <a:ea typeface="Kozuka Gothic Pro H" panose="020B0800000000000000" pitchFamily="34" charset="-128"/>
                <a:cs typeface="Arial" panose="020B0604020202020204" pitchFamily="34" charset="0"/>
              </a:rPr>
              <a:t>Life Cycle Assessment and Techno-Economic Analysis of Bio-Hydrogen Production from Agricultural Residues(Title)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17BEB5-D63B-F1A8-345C-C7205A0213BA}"/>
              </a:ext>
            </a:extLst>
          </p:cNvPr>
          <p:cNvSpPr txBox="1"/>
          <p:nvPr/>
        </p:nvSpPr>
        <p:spPr>
          <a:xfrm>
            <a:off x="1036673" y="6542214"/>
            <a:ext cx="241633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 Nova" panose="020B0504020202020204" pitchFamily="34" charset="0"/>
                <a:ea typeface="Kozuka Gothic Pro R" panose="020B0400000000000000" pitchFamily="34" charset="-128"/>
                <a:cs typeface="Arial" panose="020B0604020202020204" pitchFamily="34" charset="0"/>
              </a:rPr>
              <a:t>Department of Chemical Engineering, Faculty of Engineering, Ubon Ratchathani University, Ubon Ratchathani 34190, Thailand</a:t>
            </a:r>
          </a:p>
          <a:p>
            <a:r>
              <a:rPr lang="en-US" sz="2800" dirty="0">
                <a:solidFill>
                  <a:schemeClr val="bg1"/>
                </a:solidFill>
                <a:latin typeface="Arial Nova" panose="020B0504020202020204" pitchFamily="34" charset="0"/>
                <a:ea typeface="Kozuka Gothic Pro R" panose="020B0400000000000000" pitchFamily="34" charset="-128"/>
                <a:cs typeface="Arial" panose="020B0604020202020204" pitchFamily="34" charset="0"/>
              </a:rPr>
              <a:t>Department of Chemical Engineering, </a:t>
            </a:r>
            <a:r>
              <a:rPr lang="en-US" sz="2800" dirty="0" err="1">
                <a:solidFill>
                  <a:schemeClr val="bg1"/>
                </a:solidFill>
                <a:latin typeface="Arial Nova" panose="020B0504020202020204" pitchFamily="34" charset="0"/>
                <a:ea typeface="Kozuka Gothic Pro R" panose="020B0400000000000000" pitchFamily="34" charset="-128"/>
                <a:cs typeface="Arial" panose="020B0604020202020204" pitchFamily="34" charset="0"/>
              </a:rPr>
              <a:t>xxxxx</a:t>
            </a:r>
            <a:r>
              <a:rPr lang="en-US" sz="2800" dirty="0">
                <a:solidFill>
                  <a:schemeClr val="bg1"/>
                </a:solidFill>
                <a:latin typeface="Arial Nova" panose="020B0504020202020204" pitchFamily="34" charset="0"/>
                <a:ea typeface="Kozuka Gothic Pro R" panose="020B0400000000000000" pitchFamily="34" charset="-128"/>
                <a:cs typeface="Arial" panose="020B0604020202020204" pitchFamily="34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Arial Nova" panose="020B0504020202020204" pitchFamily="34" charset="0"/>
                <a:ea typeface="Kozuka Gothic Pro R" panose="020B0400000000000000" pitchFamily="34" charset="-128"/>
                <a:cs typeface="Arial" panose="020B0604020202020204" pitchFamily="34" charset="0"/>
              </a:rPr>
              <a:t>xxxx</a:t>
            </a:r>
            <a:r>
              <a:rPr lang="en-US" sz="2800" dirty="0">
                <a:solidFill>
                  <a:schemeClr val="bg1"/>
                </a:solidFill>
                <a:latin typeface="Arial Nova" panose="020B0504020202020204" pitchFamily="34" charset="0"/>
                <a:ea typeface="Kozuka Gothic Pro R" panose="020B0400000000000000" pitchFamily="34" charset="-128"/>
                <a:cs typeface="Arial" panose="020B0604020202020204" pitchFamily="34" charset="0"/>
              </a:rPr>
              <a:t> 10xxx, Country</a:t>
            </a:r>
            <a:endParaRPr lang="en-US" sz="2800" baseline="30000" dirty="0">
              <a:solidFill>
                <a:schemeClr val="bg1"/>
              </a:solidFill>
              <a:latin typeface="Arial Nova" panose="020B0504020202020204" pitchFamily="34" charset="0"/>
              <a:ea typeface="Kozuka Gothic Pro R" panose="020B0400000000000000" pitchFamily="34" charset="-128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D3A75C-1E24-FEDF-498E-CD3DE40813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4070"/>
          <a:stretch/>
        </p:blipFill>
        <p:spPr>
          <a:xfrm>
            <a:off x="584175" y="943933"/>
            <a:ext cx="1834742" cy="15214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4988B0-AFB5-9818-B720-0C248292D1C3}"/>
              </a:ext>
            </a:extLst>
          </p:cNvPr>
          <p:cNvSpPr txBox="1"/>
          <p:nvPr/>
        </p:nvSpPr>
        <p:spPr>
          <a:xfrm>
            <a:off x="6254997" y="1431728"/>
            <a:ext cx="91321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Arial Nova" panose="020B0504020202020204" pitchFamily="34" charset="0"/>
                <a:ea typeface="Kozuka Gothic Pro R" panose="020B0400000000000000" pitchFamily="34" charset="-128"/>
                <a:cs typeface="Arial" panose="020B0604020202020204" pitchFamily="34" charset="0"/>
              </a:rPr>
              <a:t>The 35th  Thai Institution of Chemical Engineering and </a:t>
            </a:r>
          </a:p>
          <a:p>
            <a:r>
              <a:rPr lang="en-US" sz="2100" dirty="0">
                <a:solidFill>
                  <a:schemeClr val="bg1"/>
                </a:solidFill>
                <a:latin typeface="Arial Nova" panose="020B0504020202020204" pitchFamily="34" charset="0"/>
                <a:ea typeface="Kozuka Gothic Pro R" panose="020B0400000000000000" pitchFamily="34" charset="-128"/>
                <a:cs typeface="Arial" panose="020B0604020202020204" pitchFamily="34" charset="0"/>
              </a:rPr>
              <a:t>Applied Chemistry International Conference (TIChE2026)</a:t>
            </a:r>
            <a:endParaRPr lang="en-US" sz="2100" baseline="30000" dirty="0">
              <a:solidFill>
                <a:schemeClr val="bg1"/>
              </a:solidFill>
              <a:latin typeface="Arial Nova" panose="020B0504020202020204" pitchFamily="34" charset="0"/>
              <a:ea typeface="Kozuka Gothic Pro R" panose="020B0400000000000000" pitchFamily="34" charset="-128"/>
              <a:cs typeface="Arial" panose="020B0604020202020204" pitchFamily="34" charset="0"/>
            </a:endParaRPr>
          </a:p>
        </p:txBody>
      </p:sp>
      <p:pic>
        <p:nvPicPr>
          <p:cNvPr id="11" name="Picture 10" descr="A logo with a pointed top and text&#10;&#10;AI-generated content may be incorrect.">
            <a:extLst>
              <a:ext uri="{FF2B5EF4-FFF2-40B4-BE49-F238E27FC236}">
                <a16:creationId xmlns:a16="http://schemas.microsoft.com/office/drawing/2014/main" id="{C8D5A4FB-108D-C2D1-8705-F45CCAD33D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228" y="110699"/>
            <a:ext cx="3938114" cy="262541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5C557F4-6185-29C1-A54B-63BBE4EBD4A1}"/>
              </a:ext>
            </a:extLst>
          </p:cNvPr>
          <p:cNvGrpSpPr/>
          <p:nvPr/>
        </p:nvGrpSpPr>
        <p:grpSpPr>
          <a:xfrm>
            <a:off x="18282106" y="867751"/>
            <a:ext cx="6305093" cy="1007754"/>
            <a:chOff x="14180118" y="911340"/>
            <a:chExt cx="6305093" cy="100775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9E652A3-FC3F-4A0A-1072-847071F1F4E6}"/>
                </a:ext>
              </a:extLst>
            </p:cNvPr>
            <p:cNvSpPr txBox="1"/>
            <p:nvPr userDrawn="1"/>
          </p:nvSpPr>
          <p:spPr>
            <a:xfrm>
              <a:off x="14371772" y="1092411"/>
              <a:ext cx="611343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100" baseline="0" dirty="0">
                  <a:solidFill>
                    <a:schemeClr val="bg1"/>
                  </a:solidFill>
                  <a:latin typeface="Arial Nova" panose="020B0504020202020204" pitchFamily="34" charset="0"/>
                  <a:ea typeface="Kozuka Gothic Pro R" panose="020B0400000000000000" pitchFamily="34" charset="-128"/>
                  <a:cs typeface="Arial" panose="020B0604020202020204" pitchFamily="34" charset="0"/>
                </a:rPr>
                <a:t>TIChE High School Project Contest 2026</a:t>
              </a:r>
            </a:p>
            <a:p>
              <a:pPr>
                <a:defRPr/>
              </a:pPr>
              <a:r>
                <a:rPr lang="en-US" sz="2100" dirty="0">
                  <a:solidFill>
                    <a:schemeClr val="bg1"/>
                  </a:solidFill>
                  <a:latin typeface="Arial Nova" panose="020B0504020202020204" pitchFamily="34" charset="0"/>
                  <a:ea typeface="Kozuka Gothic Pro R" panose="020B0400000000000000" pitchFamily="34" charset="-128"/>
                  <a:cs typeface="Arial" panose="020B0604020202020204" pitchFamily="34" charset="0"/>
                </a:rPr>
                <a:t>June</a:t>
              </a:r>
              <a:r>
                <a:rPr lang="en-US" sz="2100" baseline="0" dirty="0">
                  <a:solidFill>
                    <a:schemeClr val="bg1"/>
                  </a:solidFill>
                  <a:latin typeface="Arial Nova" panose="020B0504020202020204" pitchFamily="34" charset="0"/>
                  <a:ea typeface="Kozuka Gothic Pro R" panose="020B0400000000000000" pitchFamily="34" charset="-128"/>
                  <a:cs typeface="Arial" panose="020B0604020202020204" pitchFamily="34" charset="0"/>
                </a:rPr>
                <a:t> 9-10, 2026, Pattaya, Chonburi, Thailand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00C13DE-9373-86D3-2643-1BEE955529BD}"/>
                </a:ext>
              </a:extLst>
            </p:cNvPr>
            <p:cNvSpPr/>
            <p:nvPr userDrawn="1"/>
          </p:nvSpPr>
          <p:spPr>
            <a:xfrm>
              <a:off x="14180118" y="911340"/>
              <a:ext cx="5907315" cy="1007754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C3574E9-FD76-CC1F-0C9A-11A2CD062C20}"/>
              </a:ext>
            </a:extLst>
          </p:cNvPr>
          <p:cNvSpPr txBox="1"/>
          <p:nvPr/>
        </p:nvSpPr>
        <p:spPr>
          <a:xfrm>
            <a:off x="2458460" y="15299129"/>
            <a:ext cx="20283054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latin typeface="Arial Nova" panose="020B0504020202020204" pitchFamily="34" charset="0"/>
                <a:ea typeface="Kozuka Gothic Pro H" panose="020B0800000000000000" pitchFamily="34" charset="-128"/>
              </a:rPr>
              <a:t>Please prepare and print out the poster with dimensions of 70 x 100 cm.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33567A-CD88-4F12-8D2B-C514EC7BE710}"/>
              </a:ext>
            </a:extLst>
          </p:cNvPr>
          <p:cNvSpPr txBox="1"/>
          <p:nvPr/>
        </p:nvSpPr>
        <p:spPr>
          <a:xfrm>
            <a:off x="2458460" y="22629602"/>
            <a:ext cx="202830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Arial Nova" panose="020B0504020202020204" pitchFamily="34" charset="0"/>
                <a:ea typeface="Kozuka Gothic Pr6N M" panose="020B0700000000000000" pitchFamily="34" charset="-128"/>
              </a:rPr>
              <a:t>Fonts: Arial</a:t>
            </a:r>
          </a:p>
        </p:txBody>
      </p:sp>
    </p:spTree>
    <p:extLst>
      <p:ext uri="{BB962C8B-B14F-4D97-AF65-F5344CB8AC3E}">
        <p14:creationId xmlns:p14="http://schemas.microsoft.com/office/powerpoint/2010/main" val="2265917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0322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</TotalTime>
  <Words>93</Words>
  <Application>Microsoft Office PowerPoint</Application>
  <PresentationFormat>Custom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Arial Nova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Natwat  Srikhao</dc:creator>
  <cp:lastModifiedBy>Natwat  Srikhao</cp:lastModifiedBy>
  <cp:revision>5</cp:revision>
  <dcterms:created xsi:type="dcterms:W3CDTF">2025-12-05T06:46:58Z</dcterms:created>
  <dcterms:modified xsi:type="dcterms:W3CDTF">2025-12-07T02:18:46Z</dcterms:modified>
</cp:coreProperties>
</file>