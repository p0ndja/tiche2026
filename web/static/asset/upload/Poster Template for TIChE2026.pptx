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2" r:id="rId3"/>
  </p:sldIdLst>
  <p:sldSz cx="2519997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1" d="100"/>
          <a:sy n="11" d="100"/>
        </p:scale>
        <p:origin x="3459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5891626"/>
            <a:ext cx="21419979" cy="12533242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8908198"/>
            <a:ext cx="18899981" cy="8691601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4467D-2E27-45D1-B1AA-F0BECEFE9521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6960-D079-46B0-AB34-CCD640498A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48897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4467D-2E27-45D1-B1AA-F0BECEFE9521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6960-D079-46B0-AB34-CCD640498A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89620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8974945"/>
            <a:ext cx="21734978" cy="14974888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24091502"/>
            <a:ext cx="21734978" cy="7874940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82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82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4467D-2E27-45D1-B1AA-F0BECEFE9521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6960-D079-46B0-AB34-CCD640498A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26065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4467D-2E27-45D1-B1AA-F0BECEFE9521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6960-D079-46B0-AB34-CCD640498A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55297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916661"/>
            <a:ext cx="21734978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8824938"/>
            <a:ext cx="10660769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3149904"/>
            <a:ext cx="10660769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8824938"/>
            <a:ext cx="10713272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3149904"/>
            <a:ext cx="10713272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4467D-2E27-45D1-B1AA-F0BECEFE9521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6960-D079-46B0-AB34-CCD640498A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61268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4467D-2E27-45D1-B1AA-F0BECEFE9521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6960-D079-46B0-AB34-CCD640498A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18103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4467D-2E27-45D1-B1AA-F0BECEFE9521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6960-D079-46B0-AB34-CCD640498A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02383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5183304"/>
            <a:ext cx="12757487" cy="25583147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4467D-2E27-45D1-B1AA-F0BECEFE9521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6960-D079-46B0-AB34-CCD640498A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73395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5183304"/>
            <a:ext cx="12757487" cy="25583147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4467D-2E27-45D1-B1AA-F0BECEFE9521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6960-D079-46B0-AB34-CCD640498A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35295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4467D-2E27-45D1-B1AA-F0BECEFE9521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6960-D079-46B0-AB34-CCD640498A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91037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916653"/>
            <a:ext cx="5433745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916653"/>
            <a:ext cx="15986234" cy="305081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4467D-2E27-45D1-B1AA-F0BECEFE9521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6960-D079-46B0-AB34-CCD640498A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3298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9583264"/>
            <a:ext cx="21734978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64467D-2E27-45D1-B1AA-F0BECEFE9521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D86960-D079-46B0-AB34-CCD640498A1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36795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716B4-ADEB-808C-847A-DDADE826B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151D66-0B29-7577-0BF7-79B2DA94394C}"/>
              </a:ext>
            </a:extLst>
          </p:cNvPr>
          <p:cNvSpPr txBox="1"/>
          <p:nvPr/>
        </p:nvSpPr>
        <p:spPr>
          <a:xfrm>
            <a:off x="2458460" y="15299129"/>
            <a:ext cx="20283054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latin typeface="Arial Nova" panose="020B0504020202020204" pitchFamily="34" charset="0"/>
                <a:ea typeface="Kozuka Gothic Pro H" panose="020B0800000000000000" pitchFamily="34" charset="-128"/>
              </a:rPr>
              <a:t>Please prepare and print out the poster with dimensions of 70 x 100 cm.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281CA9-AF77-A104-B94C-3664B30EBDCB}"/>
              </a:ext>
            </a:extLst>
          </p:cNvPr>
          <p:cNvSpPr txBox="1"/>
          <p:nvPr/>
        </p:nvSpPr>
        <p:spPr>
          <a:xfrm>
            <a:off x="2458460" y="22629602"/>
            <a:ext cx="202830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Arial Nova" panose="020B0504020202020204" pitchFamily="34" charset="0"/>
                <a:ea typeface="Kozuka Gothic Pr6N M" panose="020B0700000000000000" pitchFamily="34" charset="-128"/>
              </a:rPr>
              <a:t>Fonts: Arial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138666-5B47-4724-EA64-0BBDE61AD2F3}"/>
              </a:ext>
            </a:extLst>
          </p:cNvPr>
          <p:cNvSpPr/>
          <p:nvPr/>
        </p:nvSpPr>
        <p:spPr>
          <a:xfrm>
            <a:off x="-21419" y="254781"/>
            <a:ext cx="25221394" cy="7863840"/>
          </a:xfrm>
          <a:prstGeom prst="rect">
            <a:avLst/>
          </a:prstGeom>
          <a:gradFill>
            <a:gsLst>
              <a:gs pos="30000">
                <a:srgbClr val="005869">
                  <a:lumMod val="99000"/>
                </a:srgbClr>
              </a:gs>
              <a:gs pos="72000">
                <a:srgbClr val="006E6D"/>
              </a:gs>
              <a:gs pos="100000">
                <a:srgbClr val="009A77"/>
              </a:gs>
              <a:gs pos="0">
                <a:srgbClr val="003C6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DC2315-B1E0-D7DC-EA47-09BC74FBD675}"/>
              </a:ext>
            </a:extLst>
          </p:cNvPr>
          <p:cNvSpPr txBox="1"/>
          <p:nvPr/>
        </p:nvSpPr>
        <p:spPr>
          <a:xfrm>
            <a:off x="1036673" y="2564682"/>
            <a:ext cx="2358527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Arial" panose="020B0604020202020204" pitchFamily="34" charset="0"/>
                <a:ea typeface="Kozuka Gothic Pro H" panose="020B0800000000000000" pitchFamily="34" charset="-128"/>
                <a:cs typeface="Arial" panose="020B0604020202020204" pitchFamily="34" charset="0"/>
              </a:rPr>
              <a:t>Life Cycle Assessment and Techno-Economic Analysis of Bio-Hydrogen Production from Agricultural Residues(Title)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A5ACBC-BF37-8700-82F9-837CCEE86F90}"/>
              </a:ext>
            </a:extLst>
          </p:cNvPr>
          <p:cNvSpPr txBox="1"/>
          <p:nvPr/>
        </p:nvSpPr>
        <p:spPr>
          <a:xfrm>
            <a:off x="1036673" y="6542214"/>
            <a:ext cx="241633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Department of Chemical Engineering, Faculty of Engineering, Ubon Ratchathani University, Ubon Ratchathani 34190, Thailand</a:t>
            </a:r>
          </a:p>
          <a:p>
            <a:r>
              <a:rPr lang="en-US" sz="2800" dirty="0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Department of Chemical Engineering, </a:t>
            </a:r>
            <a:r>
              <a:rPr lang="en-US" sz="2800" dirty="0" err="1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xxxxx</a:t>
            </a:r>
            <a:r>
              <a:rPr lang="en-US" sz="2800" dirty="0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xxxx</a:t>
            </a:r>
            <a:r>
              <a:rPr lang="en-US" sz="2800" dirty="0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 10xxx, Country</a:t>
            </a:r>
            <a:endParaRPr lang="en-US" sz="2800" baseline="30000" dirty="0">
              <a:solidFill>
                <a:schemeClr val="bg1"/>
              </a:solidFill>
              <a:latin typeface="Arial Nova" panose="020B0504020202020204" pitchFamily="34" charset="0"/>
              <a:ea typeface="Kozuka Gothic Pro R" panose="020B0400000000000000" pitchFamily="34" charset="-128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172283-4382-B865-B19E-6123DEA8F2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4070"/>
          <a:stretch/>
        </p:blipFill>
        <p:spPr>
          <a:xfrm>
            <a:off x="578028" y="750420"/>
            <a:ext cx="1834742" cy="15214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48F187-0910-C008-B668-E9EC52C8A7A5}"/>
              </a:ext>
            </a:extLst>
          </p:cNvPr>
          <p:cNvSpPr txBox="1"/>
          <p:nvPr/>
        </p:nvSpPr>
        <p:spPr>
          <a:xfrm>
            <a:off x="6254997" y="1431728"/>
            <a:ext cx="91321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The 35th  Thai Institution of Chemical Engineering and </a:t>
            </a:r>
          </a:p>
          <a:p>
            <a:r>
              <a:rPr lang="en-US" sz="2100" dirty="0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Applied Chemistry International Conference (TIChE2026)</a:t>
            </a:r>
            <a:endParaRPr lang="en-US" sz="2100" baseline="30000" dirty="0">
              <a:solidFill>
                <a:schemeClr val="bg1"/>
              </a:solidFill>
              <a:latin typeface="Arial Nova" panose="020B0504020202020204" pitchFamily="34" charset="0"/>
              <a:ea typeface="Kozuka Gothic Pro R" panose="020B0400000000000000" pitchFamily="34" charset="-128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17EFA4E-86BA-B19E-8C9A-154BE1C7A122}"/>
              </a:ext>
            </a:extLst>
          </p:cNvPr>
          <p:cNvGrpSpPr/>
          <p:nvPr/>
        </p:nvGrpSpPr>
        <p:grpSpPr>
          <a:xfrm>
            <a:off x="18271946" y="908391"/>
            <a:ext cx="6350001" cy="727031"/>
            <a:chOff x="14180118" y="911340"/>
            <a:chExt cx="6350001" cy="72703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AB1C4F0-4B6A-7CB5-974C-5EAE4847C972}"/>
                </a:ext>
              </a:extLst>
            </p:cNvPr>
            <p:cNvSpPr txBox="1"/>
            <p:nvPr userDrawn="1"/>
          </p:nvSpPr>
          <p:spPr>
            <a:xfrm>
              <a:off x="14371773" y="1092411"/>
              <a:ext cx="615834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100" dirty="0">
                  <a:solidFill>
                    <a:schemeClr val="bg1"/>
                  </a:solidFill>
                  <a:latin typeface="Arial Nova" panose="020B0504020202020204" pitchFamily="34" charset="0"/>
                  <a:ea typeface="Kozuka Gothic Pro R" panose="020B0400000000000000" pitchFamily="34" charset="-128"/>
                  <a:cs typeface="Arial" panose="020B0604020202020204" pitchFamily="34" charset="0"/>
                </a:rPr>
                <a:t>June</a:t>
              </a:r>
              <a:r>
                <a:rPr lang="en-US" sz="2100" baseline="0" dirty="0">
                  <a:solidFill>
                    <a:schemeClr val="bg1"/>
                  </a:solidFill>
                  <a:latin typeface="Arial Nova" panose="020B0504020202020204" pitchFamily="34" charset="0"/>
                  <a:ea typeface="Kozuka Gothic Pro R" panose="020B0400000000000000" pitchFamily="34" charset="-128"/>
                  <a:cs typeface="Arial" panose="020B0604020202020204" pitchFamily="34" charset="0"/>
                </a:rPr>
                <a:t> 9-10, 2026, Pattaya, Chonburi, Thailand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5189777-6E91-3D46-D4CE-156FFB6A1502}"/>
                </a:ext>
              </a:extLst>
            </p:cNvPr>
            <p:cNvSpPr/>
            <p:nvPr userDrawn="1"/>
          </p:nvSpPr>
          <p:spPr>
            <a:xfrm>
              <a:off x="14180118" y="911340"/>
              <a:ext cx="5907315" cy="727031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 descr="A logo with a pointed top and text&#10;&#10;AI-generated content may be incorrect.">
            <a:extLst>
              <a:ext uri="{FF2B5EF4-FFF2-40B4-BE49-F238E27FC236}">
                <a16:creationId xmlns:a16="http://schemas.microsoft.com/office/drawing/2014/main" id="{8A18F7D1-169E-A881-5726-7D5CBA0BED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228" y="-76166"/>
            <a:ext cx="3938114" cy="262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46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14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597</TotalTime>
  <Words>87</Words>
  <Application>Microsoft Office PowerPoint</Application>
  <PresentationFormat>Custom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Arial Nova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Natwat  Srikhao</dc:creator>
  <cp:lastModifiedBy>Natwat  Srikhao</cp:lastModifiedBy>
  <cp:revision>10</cp:revision>
  <dcterms:created xsi:type="dcterms:W3CDTF">2025-12-04T04:21:10Z</dcterms:created>
  <dcterms:modified xsi:type="dcterms:W3CDTF">2025-12-07T02:12:27Z</dcterms:modified>
</cp:coreProperties>
</file>