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5" r:id="rId3"/>
  </p:sldIdLst>
  <p:sldSz cx="25199975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FFFC"/>
    <a:srgbClr val="46CDDE"/>
    <a:srgbClr val="3799BF"/>
    <a:srgbClr val="2D669D"/>
    <a:srgbClr val="29347E"/>
    <a:srgbClr val="2D015D"/>
    <a:srgbClr val="009A77"/>
    <a:srgbClr val="DFE2E3"/>
    <a:srgbClr val="006E6D"/>
    <a:srgbClr val="E5E5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89" autoAdjust="0"/>
    <p:restoredTop sz="94660"/>
  </p:normalViewPr>
  <p:slideViewPr>
    <p:cSldViewPr snapToGrid="0">
      <p:cViewPr varScale="1">
        <p:scale>
          <a:sx n="11" d="100"/>
          <a:sy n="11" d="100"/>
        </p:scale>
        <p:origin x="3789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98" y="5891626"/>
            <a:ext cx="21419979" cy="12533242"/>
          </a:xfrm>
        </p:spPr>
        <p:txBody>
          <a:bodyPr anchor="b"/>
          <a:lstStyle>
            <a:lvl1pPr algn="ctr">
              <a:defRPr sz="165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18908198"/>
            <a:ext cx="18899981" cy="8691601"/>
          </a:xfrm>
        </p:spPr>
        <p:txBody>
          <a:bodyPr/>
          <a:lstStyle>
            <a:lvl1pPr marL="0" indent="0" algn="ctr">
              <a:buNone/>
              <a:defRPr sz="6614"/>
            </a:lvl1pPr>
            <a:lvl2pPr marL="1259997" indent="0" algn="ctr">
              <a:buNone/>
              <a:defRPr sz="5512"/>
            </a:lvl2pPr>
            <a:lvl3pPr marL="2519995" indent="0" algn="ctr">
              <a:buNone/>
              <a:defRPr sz="4961"/>
            </a:lvl3pPr>
            <a:lvl4pPr marL="3779992" indent="0" algn="ctr">
              <a:buNone/>
              <a:defRPr sz="4409"/>
            </a:lvl4pPr>
            <a:lvl5pPr marL="5039990" indent="0" algn="ctr">
              <a:buNone/>
              <a:defRPr sz="4409"/>
            </a:lvl5pPr>
            <a:lvl6pPr marL="6299987" indent="0" algn="ctr">
              <a:buNone/>
              <a:defRPr sz="4409"/>
            </a:lvl6pPr>
            <a:lvl7pPr marL="7559985" indent="0" algn="ctr">
              <a:buNone/>
              <a:defRPr sz="4409"/>
            </a:lvl7pPr>
            <a:lvl8pPr marL="8819982" indent="0" algn="ctr">
              <a:buNone/>
              <a:defRPr sz="4409"/>
            </a:lvl8pPr>
            <a:lvl9pPr marL="10079980" indent="0" algn="ctr">
              <a:buNone/>
              <a:defRPr sz="440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07BB4-3113-4A18-8F6F-2B2E81F7FFBC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B1D29-398F-4912-A046-CEEC08B74D5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51222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07BB4-3113-4A18-8F6F-2B2E81F7FFBC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B1D29-398F-4912-A046-CEEC08B74D5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57340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5" y="8974945"/>
            <a:ext cx="21734978" cy="14974888"/>
          </a:xfrm>
        </p:spPr>
        <p:txBody>
          <a:bodyPr anchor="b"/>
          <a:lstStyle>
            <a:lvl1pPr>
              <a:defRPr sz="165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5" y="24091502"/>
            <a:ext cx="21734978" cy="7874940"/>
          </a:xfrm>
        </p:spPr>
        <p:txBody>
          <a:bodyPr/>
          <a:lstStyle>
            <a:lvl1pPr marL="0" indent="0">
              <a:buNone/>
              <a:defRPr sz="6614">
                <a:solidFill>
                  <a:schemeClr val="tx1">
                    <a:tint val="82000"/>
                  </a:schemeClr>
                </a:solidFill>
              </a:defRPr>
            </a:lvl1pPr>
            <a:lvl2pPr marL="1259997" indent="0">
              <a:buNone/>
              <a:defRPr sz="5512">
                <a:solidFill>
                  <a:schemeClr val="tx1">
                    <a:tint val="82000"/>
                  </a:schemeClr>
                </a:solidFill>
              </a:defRPr>
            </a:lvl2pPr>
            <a:lvl3pPr marL="2519995" indent="0">
              <a:buNone/>
              <a:defRPr sz="4961">
                <a:solidFill>
                  <a:schemeClr val="tx1">
                    <a:tint val="82000"/>
                  </a:schemeClr>
                </a:solidFill>
              </a:defRPr>
            </a:lvl3pPr>
            <a:lvl4pPr marL="3779992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4pPr>
            <a:lvl5pPr marL="5039990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5pPr>
            <a:lvl6pPr marL="6299987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6pPr>
            <a:lvl7pPr marL="7559985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7pPr>
            <a:lvl8pPr marL="8819982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8pPr>
            <a:lvl9pPr marL="10079980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07BB4-3113-4A18-8F6F-2B2E81F7FFBC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B1D29-398F-4912-A046-CEEC08B74D5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59720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9583264"/>
            <a:ext cx="10709989" cy="22841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9583264"/>
            <a:ext cx="10709989" cy="22841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07BB4-3113-4A18-8F6F-2B2E81F7FFBC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B1D29-398F-4912-A046-CEEC08B74D5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35536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1916661"/>
            <a:ext cx="21734978" cy="69582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3" y="8824938"/>
            <a:ext cx="10660769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3" y="13149904"/>
            <a:ext cx="10660769" cy="19341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9" y="8824938"/>
            <a:ext cx="10713272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9" y="13149904"/>
            <a:ext cx="10713272" cy="19341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07BB4-3113-4A18-8F6F-2B2E81F7FFBC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B1D29-398F-4912-A046-CEEC08B74D5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66587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07BB4-3113-4A18-8F6F-2B2E81F7FFBC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B1D29-398F-4912-A046-CEEC08B74D5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11161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07BB4-3113-4A18-8F6F-2B2E81F7FFBC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B1D29-398F-4912-A046-CEEC08B74D5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37085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5183304"/>
            <a:ext cx="12757487" cy="25583147"/>
          </a:xfrm>
        </p:spPr>
        <p:txBody>
          <a:bodyPr/>
          <a:lstStyle>
            <a:lvl1pPr>
              <a:defRPr sz="8819"/>
            </a:lvl1pPr>
            <a:lvl2pPr>
              <a:defRPr sz="7717"/>
            </a:lvl2pPr>
            <a:lvl3pPr>
              <a:defRPr sz="6614"/>
            </a:lvl3pPr>
            <a:lvl4pPr>
              <a:defRPr sz="5512"/>
            </a:lvl4pPr>
            <a:lvl5pPr>
              <a:defRPr sz="5512"/>
            </a:lvl5pPr>
            <a:lvl6pPr>
              <a:defRPr sz="5512"/>
            </a:lvl6pPr>
            <a:lvl7pPr>
              <a:defRPr sz="5512"/>
            </a:lvl7pPr>
            <a:lvl8pPr>
              <a:defRPr sz="5512"/>
            </a:lvl8pPr>
            <a:lvl9pPr>
              <a:defRPr sz="551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07BB4-3113-4A18-8F6F-2B2E81F7FFBC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B1D29-398F-4912-A046-CEEC08B74D5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22149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5183304"/>
            <a:ext cx="12757487" cy="25583147"/>
          </a:xfrm>
        </p:spPr>
        <p:txBody>
          <a:bodyPr anchor="t"/>
          <a:lstStyle>
            <a:lvl1pPr marL="0" indent="0">
              <a:buNone/>
              <a:defRPr sz="8819"/>
            </a:lvl1pPr>
            <a:lvl2pPr marL="1259997" indent="0">
              <a:buNone/>
              <a:defRPr sz="7717"/>
            </a:lvl2pPr>
            <a:lvl3pPr marL="2519995" indent="0">
              <a:buNone/>
              <a:defRPr sz="6614"/>
            </a:lvl3pPr>
            <a:lvl4pPr marL="3779992" indent="0">
              <a:buNone/>
              <a:defRPr sz="5512"/>
            </a:lvl4pPr>
            <a:lvl5pPr marL="5039990" indent="0">
              <a:buNone/>
              <a:defRPr sz="5512"/>
            </a:lvl5pPr>
            <a:lvl6pPr marL="6299987" indent="0">
              <a:buNone/>
              <a:defRPr sz="5512"/>
            </a:lvl6pPr>
            <a:lvl7pPr marL="7559985" indent="0">
              <a:buNone/>
              <a:defRPr sz="5512"/>
            </a:lvl7pPr>
            <a:lvl8pPr marL="8819982" indent="0">
              <a:buNone/>
              <a:defRPr sz="5512"/>
            </a:lvl8pPr>
            <a:lvl9pPr marL="10079980" indent="0">
              <a:buNone/>
              <a:defRPr sz="551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07BB4-3113-4A18-8F6F-2B2E81F7FFBC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B1D29-398F-4912-A046-CEEC08B74D5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68276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07BB4-3113-4A18-8F6F-2B2E81F7FFBC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B1D29-398F-4912-A046-CEEC08B74D5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69477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3" y="1916653"/>
            <a:ext cx="5433745" cy="305081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500" y="1916653"/>
            <a:ext cx="15986234" cy="305081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07BB4-3113-4A18-8F6F-2B2E81F7FFBC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B1D29-398F-4912-A046-CEEC08B74D5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61689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0181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1916661"/>
            <a:ext cx="21734978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9583264"/>
            <a:ext cx="21734978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07BB4-3113-4A18-8F6F-2B2E81F7FFBC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33366432"/>
            <a:ext cx="850499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7B1D29-398F-4912-A046-CEEC08B74D5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19111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2519995" rtl="0" eaLnBrk="1" latinLnBrk="0" hangingPunct="1">
        <a:lnSpc>
          <a:spcPct val="90000"/>
        </a:lnSpc>
        <a:spcBef>
          <a:spcPct val="0"/>
        </a:spcBef>
        <a:buNone/>
        <a:defRPr sz="121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9999" indent="-629999" algn="l" defTabSz="2519995" rtl="0" eaLnBrk="1" latinLnBrk="0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7717" kern="1200">
          <a:solidFill>
            <a:schemeClr val="tx1"/>
          </a:solidFill>
          <a:latin typeface="+mn-lt"/>
          <a:ea typeface="+mn-ea"/>
          <a:cs typeface="+mn-cs"/>
        </a:defRPr>
      </a:lvl1pPr>
      <a:lvl2pPr marL="188999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14999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3pPr>
      <a:lvl4pPr marL="440999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66998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92998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818998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944998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70997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5999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51999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03999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29998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755998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881998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07998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785C12F0-49EF-01DD-2FB3-5301FF50AA77}"/>
              </a:ext>
            </a:extLst>
          </p:cNvPr>
          <p:cNvSpPr txBox="1"/>
          <p:nvPr/>
        </p:nvSpPr>
        <p:spPr>
          <a:xfrm>
            <a:off x="1036673" y="2564682"/>
            <a:ext cx="2358527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  <a:latin typeface="Arial" panose="020B0604020202020204" pitchFamily="34" charset="0"/>
                <a:ea typeface="Kozuka Gothic Pro H" panose="020B0800000000000000" pitchFamily="34" charset="-128"/>
                <a:cs typeface="Arial" panose="020B0604020202020204" pitchFamily="34" charset="0"/>
              </a:rPr>
              <a:t>Life Cycle Assessment and Techno-Economic Analysis of Bio-Hydrogen Production from Agricultural Residues(Title)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B11D50C-075A-677D-5FFF-B420BCE453C7}"/>
              </a:ext>
            </a:extLst>
          </p:cNvPr>
          <p:cNvSpPr txBox="1"/>
          <p:nvPr/>
        </p:nvSpPr>
        <p:spPr>
          <a:xfrm>
            <a:off x="1036673" y="6542214"/>
            <a:ext cx="241633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 Nova" panose="020B0504020202020204" pitchFamily="34" charset="0"/>
                <a:ea typeface="Kozuka Gothic Pro R" panose="020B0400000000000000" pitchFamily="34" charset="-128"/>
                <a:cs typeface="Arial" panose="020B0604020202020204" pitchFamily="34" charset="0"/>
              </a:rPr>
              <a:t>Department of Chemical Engineering, Faculty of Engineering, Ubon Ratchathani University, Ubon Ratchathani 34190, Thailand</a:t>
            </a:r>
          </a:p>
          <a:p>
            <a:r>
              <a:rPr lang="en-US" sz="2800" dirty="0">
                <a:solidFill>
                  <a:schemeClr val="bg1"/>
                </a:solidFill>
                <a:latin typeface="Arial Nova" panose="020B0504020202020204" pitchFamily="34" charset="0"/>
                <a:ea typeface="Kozuka Gothic Pro R" panose="020B0400000000000000" pitchFamily="34" charset="-128"/>
                <a:cs typeface="Arial" panose="020B0604020202020204" pitchFamily="34" charset="0"/>
              </a:rPr>
              <a:t>Department of Chemical Engineering, </a:t>
            </a:r>
            <a:r>
              <a:rPr lang="en-US" sz="2800" dirty="0" err="1">
                <a:solidFill>
                  <a:schemeClr val="bg1"/>
                </a:solidFill>
                <a:latin typeface="Arial Nova" panose="020B0504020202020204" pitchFamily="34" charset="0"/>
                <a:ea typeface="Kozuka Gothic Pro R" panose="020B0400000000000000" pitchFamily="34" charset="-128"/>
                <a:cs typeface="Arial" panose="020B0604020202020204" pitchFamily="34" charset="0"/>
              </a:rPr>
              <a:t>xxxxx</a:t>
            </a:r>
            <a:r>
              <a:rPr lang="en-US" sz="2800" dirty="0">
                <a:solidFill>
                  <a:schemeClr val="bg1"/>
                </a:solidFill>
                <a:latin typeface="Arial Nova" panose="020B0504020202020204" pitchFamily="34" charset="0"/>
                <a:ea typeface="Kozuka Gothic Pro R" panose="020B0400000000000000" pitchFamily="34" charset="-128"/>
                <a:cs typeface="Arial" panose="020B0604020202020204" pitchFamily="34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Arial Nova" panose="020B0504020202020204" pitchFamily="34" charset="0"/>
                <a:ea typeface="Kozuka Gothic Pro R" panose="020B0400000000000000" pitchFamily="34" charset="-128"/>
                <a:cs typeface="Arial" panose="020B0604020202020204" pitchFamily="34" charset="0"/>
              </a:rPr>
              <a:t>xxxx</a:t>
            </a:r>
            <a:r>
              <a:rPr lang="en-US" sz="2800" dirty="0">
                <a:solidFill>
                  <a:schemeClr val="bg1"/>
                </a:solidFill>
                <a:latin typeface="Arial Nova" panose="020B0504020202020204" pitchFamily="34" charset="0"/>
                <a:ea typeface="Kozuka Gothic Pro R" panose="020B0400000000000000" pitchFamily="34" charset="-128"/>
                <a:cs typeface="Arial" panose="020B0604020202020204" pitchFamily="34" charset="0"/>
              </a:rPr>
              <a:t> 10xxx, Country</a:t>
            </a:r>
            <a:endParaRPr lang="en-US" sz="2800" baseline="30000" dirty="0">
              <a:solidFill>
                <a:schemeClr val="bg1"/>
              </a:solidFill>
              <a:latin typeface="Arial Nova" panose="020B0504020202020204" pitchFamily="34" charset="0"/>
              <a:ea typeface="Kozuka Gothic Pro R" panose="020B0400000000000000" pitchFamily="34" charset="-128"/>
              <a:cs typeface="Arial" panose="020B06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A40AC75-46A2-F16A-B589-C9F64E8CBD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4070"/>
          <a:stretch/>
        </p:blipFill>
        <p:spPr>
          <a:xfrm>
            <a:off x="578028" y="750420"/>
            <a:ext cx="1834742" cy="152149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02559AC-7451-4A91-0685-BB1831F0530F}"/>
              </a:ext>
            </a:extLst>
          </p:cNvPr>
          <p:cNvSpPr txBox="1"/>
          <p:nvPr/>
        </p:nvSpPr>
        <p:spPr>
          <a:xfrm>
            <a:off x="6254997" y="1431728"/>
            <a:ext cx="91321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Arial Nova" panose="020B0504020202020204" pitchFamily="34" charset="0"/>
                <a:ea typeface="Kozuka Gothic Pro R" panose="020B0400000000000000" pitchFamily="34" charset="-128"/>
                <a:cs typeface="Arial" panose="020B0604020202020204" pitchFamily="34" charset="0"/>
              </a:rPr>
              <a:t>The 35th  Thai Institution of Chemical Engineering and </a:t>
            </a:r>
          </a:p>
          <a:p>
            <a:r>
              <a:rPr lang="en-US" sz="2100" dirty="0">
                <a:solidFill>
                  <a:schemeClr val="bg1"/>
                </a:solidFill>
                <a:latin typeface="Arial Nova" panose="020B0504020202020204" pitchFamily="34" charset="0"/>
                <a:ea typeface="Kozuka Gothic Pro R" panose="020B0400000000000000" pitchFamily="34" charset="-128"/>
                <a:cs typeface="Arial" panose="020B0604020202020204" pitchFamily="34" charset="0"/>
              </a:rPr>
              <a:t>Applied Chemistry International Conference (TIChE2026)</a:t>
            </a:r>
            <a:endParaRPr lang="en-US" sz="2100" baseline="30000" dirty="0">
              <a:solidFill>
                <a:schemeClr val="bg1"/>
              </a:solidFill>
              <a:latin typeface="Arial Nova" panose="020B0504020202020204" pitchFamily="34" charset="0"/>
              <a:ea typeface="Kozuka Gothic Pro R" panose="020B0400000000000000" pitchFamily="34" charset="-128"/>
              <a:cs typeface="Arial" panose="020B0604020202020204" pitchFamily="34" charset="0"/>
            </a:endParaRPr>
          </a:p>
        </p:txBody>
      </p:sp>
      <p:pic>
        <p:nvPicPr>
          <p:cNvPr id="42" name="Picture 41" descr="A logo with a pointed top and text&#10;&#10;AI-generated content may be incorrect.">
            <a:extLst>
              <a:ext uri="{FF2B5EF4-FFF2-40B4-BE49-F238E27FC236}">
                <a16:creationId xmlns:a16="http://schemas.microsoft.com/office/drawing/2014/main" id="{34E61552-0745-CDE2-DC25-F22923301B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228" y="-76166"/>
            <a:ext cx="3938114" cy="2625410"/>
          </a:xfrm>
          <a:prstGeom prst="rect">
            <a:avLst/>
          </a:prstGeom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BA7052F4-8A1D-6961-50D4-FFF16364F51E}"/>
              </a:ext>
            </a:extLst>
          </p:cNvPr>
          <p:cNvGrpSpPr/>
          <p:nvPr/>
        </p:nvGrpSpPr>
        <p:grpSpPr>
          <a:xfrm>
            <a:off x="18282106" y="867751"/>
            <a:ext cx="5907315" cy="1007754"/>
            <a:chOff x="14180118" y="911340"/>
            <a:chExt cx="5907315" cy="1007754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DF2C085-29CD-A0A7-1E2F-D1773D5585A2}"/>
                </a:ext>
              </a:extLst>
            </p:cNvPr>
            <p:cNvSpPr txBox="1"/>
            <p:nvPr userDrawn="1"/>
          </p:nvSpPr>
          <p:spPr>
            <a:xfrm>
              <a:off x="14371773" y="1068027"/>
              <a:ext cx="571566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100" baseline="0" dirty="0">
                  <a:solidFill>
                    <a:schemeClr val="bg1"/>
                  </a:solidFill>
                  <a:latin typeface="Arial Nova" panose="020B0504020202020204" pitchFamily="34" charset="0"/>
                  <a:ea typeface="Kozuka Gothic Pro R" panose="020B0400000000000000" pitchFamily="34" charset="-128"/>
                  <a:cs typeface="Arial" panose="020B0604020202020204" pitchFamily="34" charset="0"/>
                </a:rPr>
                <a:t>TIChE Senior Project Contest 2025</a:t>
              </a:r>
            </a:p>
            <a:p>
              <a:pPr>
                <a:defRPr/>
              </a:pPr>
              <a:r>
                <a:rPr lang="en-US" sz="2100" dirty="0">
                  <a:solidFill>
                    <a:schemeClr val="bg1"/>
                  </a:solidFill>
                  <a:latin typeface="Arial Nova" panose="020B0504020202020204" pitchFamily="34" charset="0"/>
                  <a:ea typeface="Kozuka Gothic Pro R" panose="020B0400000000000000" pitchFamily="34" charset="-128"/>
                  <a:cs typeface="Arial" panose="020B0604020202020204" pitchFamily="34" charset="0"/>
                </a:rPr>
                <a:t>June</a:t>
              </a:r>
              <a:r>
                <a:rPr lang="en-US" sz="2100" baseline="0" dirty="0">
                  <a:solidFill>
                    <a:schemeClr val="bg1"/>
                  </a:solidFill>
                  <a:latin typeface="Arial Nova" panose="020B0504020202020204" pitchFamily="34" charset="0"/>
                  <a:ea typeface="Kozuka Gothic Pro R" panose="020B0400000000000000" pitchFamily="34" charset="-128"/>
                  <a:cs typeface="Arial" panose="020B0604020202020204" pitchFamily="34" charset="0"/>
                </a:rPr>
                <a:t> 9-10, 2026, Pattaya, Chonburi, Thailand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05B5B74-69A1-C1DD-1AFF-517F23B8963A}"/>
                </a:ext>
              </a:extLst>
            </p:cNvPr>
            <p:cNvSpPr/>
            <p:nvPr userDrawn="1"/>
          </p:nvSpPr>
          <p:spPr>
            <a:xfrm>
              <a:off x="14180118" y="911340"/>
              <a:ext cx="5907315" cy="1007754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815BF42C-FB05-4E9A-C96B-5B79EC91C16D}"/>
              </a:ext>
            </a:extLst>
          </p:cNvPr>
          <p:cNvSpPr txBox="1"/>
          <p:nvPr/>
        </p:nvSpPr>
        <p:spPr>
          <a:xfrm>
            <a:off x="2458460" y="15299129"/>
            <a:ext cx="20283054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>
                <a:latin typeface="Arial Nova" panose="020B0504020202020204" pitchFamily="34" charset="0"/>
                <a:ea typeface="Kozuka Gothic Pro H" panose="020B0800000000000000" pitchFamily="34" charset="-128"/>
              </a:rPr>
              <a:t>Please prepare and print out the poster with dimensions of 70 x 100 cm.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A26988-1BD9-A090-94E6-20E2D729CD1E}"/>
              </a:ext>
            </a:extLst>
          </p:cNvPr>
          <p:cNvSpPr txBox="1"/>
          <p:nvPr/>
        </p:nvSpPr>
        <p:spPr>
          <a:xfrm>
            <a:off x="2458460" y="22629602"/>
            <a:ext cx="2028305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Arial Nova" panose="020B0504020202020204" pitchFamily="34" charset="0"/>
                <a:ea typeface="Kozuka Gothic Pr6N M" panose="020B0700000000000000" pitchFamily="34" charset="-128"/>
              </a:rPr>
              <a:t>Fonts: Arial</a:t>
            </a:r>
          </a:p>
        </p:txBody>
      </p:sp>
    </p:spTree>
    <p:extLst>
      <p:ext uri="{BB962C8B-B14F-4D97-AF65-F5344CB8AC3E}">
        <p14:creationId xmlns:p14="http://schemas.microsoft.com/office/powerpoint/2010/main" val="2155024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027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30000">
              <a:srgbClr val="005869"/>
            </a:gs>
            <a:gs pos="72000">
              <a:srgbClr val="006E6D"/>
            </a:gs>
            <a:gs pos="100000">
              <a:srgbClr val="009A77"/>
            </a:gs>
            <a:gs pos="0">
              <a:srgbClr val="003C62"/>
            </a:gs>
          </a:gsLst>
          <a:lin ang="0" scaled="1"/>
        </a:gradFill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627</TotalTime>
  <Words>92</Words>
  <Application>Microsoft Office PowerPoint</Application>
  <PresentationFormat>Custom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Arial Nova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Natwat  Srikhao</dc:creator>
  <cp:lastModifiedBy>Natwat  Srikhao</cp:lastModifiedBy>
  <cp:revision>8</cp:revision>
  <dcterms:created xsi:type="dcterms:W3CDTF">2025-12-04T03:34:24Z</dcterms:created>
  <dcterms:modified xsi:type="dcterms:W3CDTF">2025-12-07T02:39:09Z</dcterms:modified>
</cp:coreProperties>
</file>